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Premières lignes du tableau cmp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1534513"/>
                <a:gridCol w="1215890"/>
                <a:gridCol w="1208114"/>
                <a:gridCol w="1464185"/>
                <a:gridCol w="1471961"/>
                <a:gridCol w="819914"/>
                <a:gridCol w="819778"/>
                <a:gridCol w="742220"/>
                <a:gridCol w="2776465"/>
                <a:gridCol w="1580966"/>
                <a:gridCol w="1573189"/>
                <a:gridCol w="1029669"/>
                <a:gridCol w="1021893"/>
              </a:tblGrid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target_compound_id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target_msLevel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query_msLevel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query_precursorMz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target_precursorMz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#FragIon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ComIons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DotIons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target_name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target_retention_time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query_retention_time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target_expid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query_expid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quercetin dihexoside AN KM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9.809919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24.30053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quercetin dihexoside AN KM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10.578507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24.30053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25760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quercetin dihexoside AN KM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7.948030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24.30053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27345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myricetin deoxyhexosyl hexoside KA KM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8.230088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24.30053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53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37987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625.14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quercetin dihexoside AN KM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11.799843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24.30053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2026-05-12T15:17:10Z</dcterms:modified>
  <cp:category/>
</cp:coreProperties>
</file>